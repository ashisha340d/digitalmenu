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1034" autoAdjust="0"/>
  </p:normalViewPr>
  <p:slideViewPr>
    <p:cSldViewPr snapToGrid="0">
      <p:cViewPr varScale="1">
        <p:scale>
          <a:sx n="57" d="100"/>
          <a:sy n="57" d="100"/>
        </p:scale>
        <p:origin x="476" y="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E0687-5B4B-4FBC-A90F-49F9A8836B2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8175E-9BF3-4074-902B-182C994E1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8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A8175E-9BF3-4074-902B-182C994E1F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26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3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407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84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34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5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4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7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0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52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83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34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68212-6047-4C74-96C9-EBD2BDB3D6C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18B8F-F170-472C-8CB4-BD026FFFA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04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49437"/>
              </p:ext>
            </p:extLst>
          </p:nvPr>
        </p:nvGraphicFramePr>
        <p:xfrm>
          <a:off x="8134661" y="85339"/>
          <a:ext cx="395202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1484">
                  <a:extLst>
                    <a:ext uri="{9D8B030D-6E8A-4147-A177-3AD203B41FA5}">
                      <a16:colId xmlns:a16="http://schemas.microsoft.com/office/drawing/2014/main" val="1010240012"/>
                    </a:ext>
                  </a:extLst>
                </a:gridCol>
                <a:gridCol w="1090544">
                  <a:extLst>
                    <a:ext uri="{9D8B030D-6E8A-4147-A177-3AD203B41FA5}">
                      <a16:colId xmlns:a16="http://schemas.microsoft.com/office/drawing/2014/main" val="3940666735"/>
                    </a:ext>
                  </a:extLst>
                </a:gridCol>
              </a:tblGrid>
              <a:tr h="328760">
                <a:tc>
                  <a:txBody>
                    <a:bodyPr/>
                    <a:lstStyle/>
                    <a:p>
                      <a:r>
                        <a:rPr lang="hi-IN" sz="2800" b="1" u="sng" dirty="0" smtClean="0"/>
                        <a:t>आलू पराठा</a:t>
                      </a:r>
                      <a:r>
                        <a:rPr lang="en-IN" sz="2800" b="1" u="sng" dirty="0" smtClean="0"/>
                        <a:t> </a:t>
                      </a:r>
                      <a:r>
                        <a:rPr lang="hi-IN" sz="1600" b="1" i="1" u="sng" dirty="0" smtClean="0"/>
                        <a:t>देसी घी</a:t>
                      </a:r>
                      <a:endParaRPr lang="en-IN" sz="2800" b="1" i="1" u="sng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70</a:t>
                      </a:r>
                      <a:endParaRPr lang="en-IN" sz="20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60784"/>
                  </a:ext>
                </a:extLst>
              </a:tr>
              <a:tr h="290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000" b="1" dirty="0" smtClean="0"/>
                        <a:t>प</a:t>
                      </a:r>
                      <a:r>
                        <a:rPr lang="hi-IN" sz="1800" b="1" dirty="0" smtClean="0"/>
                        <a:t>नीर</a:t>
                      </a:r>
                      <a:r>
                        <a:rPr lang="hi-IN" sz="2000" b="1" dirty="0" smtClean="0"/>
                        <a:t> </a:t>
                      </a:r>
                      <a:r>
                        <a:rPr lang="hi-IN" sz="3200" b="1" dirty="0" smtClean="0"/>
                        <a:t>पराठा</a:t>
                      </a:r>
                      <a:r>
                        <a:rPr lang="en-IN" sz="1800" b="1" dirty="0" smtClean="0"/>
                        <a:t> </a:t>
                      </a:r>
                      <a:r>
                        <a:rPr lang="hi-IN" sz="1600" b="1" i="1" dirty="0" smtClean="0"/>
                        <a:t>देसी घी</a:t>
                      </a:r>
                      <a:endParaRPr lang="en-IN" sz="3200" b="1" i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90</a:t>
                      </a:r>
                      <a:endParaRPr lang="en-IN" sz="20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70214"/>
                  </a:ext>
                </a:extLst>
              </a:tr>
              <a:tr h="367438">
                <a:tc>
                  <a:txBody>
                    <a:bodyPr/>
                    <a:lstStyle/>
                    <a:p>
                      <a:r>
                        <a:rPr lang="hi-IN" sz="3200" b="1" dirty="0" smtClean="0"/>
                        <a:t>छोले कुल्चे</a:t>
                      </a:r>
                      <a:endParaRPr lang="en-IN" sz="32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/>
                        <a:t>70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36589"/>
                  </a:ext>
                </a:extLst>
              </a:tr>
              <a:tr h="367438">
                <a:tc>
                  <a:txBody>
                    <a:bodyPr/>
                    <a:lstStyle/>
                    <a:p>
                      <a:r>
                        <a:rPr lang="hi-IN" sz="3200" b="1" dirty="0" smtClean="0"/>
                        <a:t>पाव भाजी</a:t>
                      </a:r>
                      <a:endParaRPr lang="en-IN" sz="32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/>
                        <a:t>60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89199"/>
                  </a:ext>
                </a:extLst>
              </a:tr>
              <a:tr h="367438">
                <a:tc>
                  <a:txBody>
                    <a:bodyPr/>
                    <a:lstStyle/>
                    <a:p>
                      <a:r>
                        <a:rPr lang="hi-IN" sz="3200" b="1" dirty="0" smtClean="0"/>
                        <a:t>छोले भटूरे</a:t>
                      </a:r>
                      <a:endParaRPr lang="en-IN" sz="32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/>
                        <a:t>100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93184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035838"/>
              </p:ext>
            </p:extLst>
          </p:nvPr>
        </p:nvGraphicFramePr>
        <p:xfrm>
          <a:off x="4311821" y="135522"/>
          <a:ext cx="3693190" cy="4876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0146">
                  <a:extLst>
                    <a:ext uri="{9D8B030D-6E8A-4147-A177-3AD203B41FA5}">
                      <a16:colId xmlns:a16="http://schemas.microsoft.com/office/drawing/2014/main" val="1007462095"/>
                    </a:ext>
                  </a:extLst>
                </a:gridCol>
                <a:gridCol w="853044">
                  <a:extLst>
                    <a:ext uri="{9D8B030D-6E8A-4147-A177-3AD203B41FA5}">
                      <a16:colId xmlns:a16="http://schemas.microsoft.com/office/drawing/2014/main" val="1339757601"/>
                    </a:ext>
                  </a:extLst>
                </a:gridCol>
              </a:tblGrid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मसाला डोसा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110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60784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इडली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70214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पनीर</a:t>
                      </a:r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पिज़्ज़ा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350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552724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पिज़्ज़ा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250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36589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बर्गर</a:t>
                      </a:r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93184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पनीर</a:t>
                      </a:r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बर्गर</a:t>
                      </a:r>
                      <a:endParaRPr lang="en-IN" sz="26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120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76481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सैंडविच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44808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पनीर</a:t>
                      </a:r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सैंडविच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52132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algn="r"/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फ्रेंच फ्राइज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44211"/>
                  </a:ext>
                </a:extLst>
              </a:tr>
              <a:tr h="35722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600" b="1" dirty="0" smtClean="0">
                          <a:solidFill>
                            <a:schemeClr val="bg1"/>
                          </a:solidFill>
                        </a:rPr>
                        <a:t>बेज चाउमीन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39600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 b="1" dirty="0" smtClean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en-IN" sz="2600" b="1" dirty="0">
                        <a:solidFill>
                          <a:schemeClr val="bg1"/>
                        </a:solidFill>
                      </a:endParaRPr>
                    </a:p>
                  </a:txBody>
                  <a:tcPr marL="25200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1343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081704"/>
              </p:ext>
            </p:extLst>
          </p:nvPr>
        </p:nvGraphicFramePr>
        <p:xfrm>
          <a:off x="8113954" y="3016636"/>
          <a:ext cx="3972735" cy="137694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311">
                  <a:extLst>
                    <a:ext uri="{9D8B030D-6E8A-4147-A177-3AD203B41FA5}">
                      <a16:colId xmlns:a16="http://schemas.microsoft.com/office/drawing/2014/main" val="1010240012"/>
                    </a:ext>
                  </a:extLst>
                </a:gridCol>
                <a:gridCol w="924424">
                  <a:extLst>
                    <a:ext uri="{9D8B030D-6E8A-4147-A177-3AD203B41FA5}">
                      <a16:colId xmlns:a16="http://schemas.microsoft.com/office/drawing/2014/main" val="3940666735"/>
                    </a:ext>
                  </a:extLst>
                </a:gridCol>
              </a:tblGrid>
              <a:tr h="688472">
                <a:tc>
                  <a:txBody>
                    <a:bodyPr/>
                    <a:lstStyle/>
                    <a:p>
                      <a:r>
                        <a:rPr lang="hi-IN" sz="2400" b="1" dirty="0" smtClean="0"/>
                        <a:t>चाय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/>
                        <a:t>20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60784"/>
                  </a:ext>
                </a:extLst>
              </a:tr>
              <a:tr h="688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400" b="1" dirty="0" smtClean="0"/>
                        <a:t>कॉफ़ी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/>
                        <a:t>30</a:t>
                      </a:r>
                      <a:endParaRPr lang="en-IN" sz="24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70214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122367"/>
              </p:ext>
            </p:extLst>
          </p:nvPr>
        </p:nvGraphicFramePr>
        <p:xfrm>
          <a:off x="4303543" y="5075887"/>
          <a:ext cx="3709745" cy="1559088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859706">
                  <a:extLst>
                    <a:ext uri="{9D8B030D-6E8A-4147-A177-3AD203B41FA5}">
                      <a16:colId xmlns:a16="http://schemas.microsoft.com/office/drawing/2014/main" val="2705975116"/>
                    </a:ext>
                  </a:extLst>
                </a:gridCol>
                <a:gridCol w="850039">
                  <a:extLst>
                    <a:ext uri="{9D8B030D-6E8A-4147-A177-3AD203B41FA5}">
                      <a16:colId xmlns:a16="http://schemas.microsoft.com/office/drawing/2014/main" val="2168744310"/>
                    </a:ext>
                  </a:extLst>
                </a:gridCol>
              </a:tblGrid>
              <a:tr h="519696">
                <a:tc>
                  <a:txBody>
                    <a:bodyPr/>
                    <a:lstStyle/>
                    <a:p>
                      <a:r>
                        <a:rPr lang="hi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पेड़ा</a:t>
                      </a:r>
                      <a:endParaRPr lang="en-IN" sz="2400" b="1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2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500</a:t>
                      </a:r>
                    </a:p>
                  </a:txBody>
                  <a:tcPr marL="252000"/>
                </a:tc>
                <a:extLst>
                  <a:ext uri="{0D108BD9-81ED-4DB2-BD59-A6C34878D82A}">
                    <a16:rowId xmlns:a16="http://schemas.microsoft.com/office/drawing/2014/main" val="3538860784"/>
                  </a:ext>
                </a:extLst>
              </a:tr>
              <a:tr h="519696">
                <a:tc>
                  <a:txBody>
                    <a:bodyPr/>
                    <a:lstStyle/>
                    <a:p>
                      <a:r>
                        <a:rPr lang="hi-IN" sz="1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देसी घी</a:t>
                      </a:r>
                      <a:r>
                        <a:rPr lang="en-IN" sz="12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hi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बेसन लड्डू</a:t>
                      </a:r>
                      <a:endParaRPr lang="en-IN" sz="2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2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500</a:t>
                      </a:r>
                      <a:endParaRPr lang="en-IN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2000"/>
                </a:tc>
                <a:extLst>
                  <a:ext uri="{0D108BD9-81ED-4DB2-BD59-A6C34878D82A}">
                    <a16:rowId xmlns:a16="http://schemas.microsoft.com/office/drawing/2014/main" val="1296670214"/>
                  </a:ext>
                </a:extLst>
              </a:tr>
              <a:tr h="519696">
                <a:tc>
                  <a:txBody>
                    <a:bodyPr/>
                    <a:lstStyle/>
                    <a:p>
                      <a:r>
                        <a:rPr lang="hi-IN" sz="16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देसी घी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hi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मेवा लड्डू</a:t>
                      </a:r>
                      <a:endParaRPr lang="en-IN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2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800</a:t>
                      </a:r>
                      <a:endParaRPr lang="en-IN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2000"/>
                </a:tc>
                <a:extLst>
                  <a:ext uri="{0D108BD9-81ED-4DB2-BD59-A6C34878D82A}">
                    <a16:rowId xmlns:a16="http://schemas.microsoft.com/office/drawing/2014/main" val="3590572830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502008"/>
              </p:ext>
            </p:extLst>
          </p:nvPr>
        </p:nvGraphicFramePr>
        <p:xfrm>
          <a:off x="98872" y="135522"/>
          <a:ext cx="4104005" cy="6156960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3163626">
                  <a:extLst>
                    <a:ext uri="{9D8B030D-6E8A-4147-A177-3AD203B41FA5}">
                      <a16:colId xmlns:a16="http://schemas.microsoft.com/office/drawing/2014/main" val="2705975116"/>
                    </a:ext>
                  </a:extLst>
                </a:gridCol>
                <a:gridCol w="940379">
                  <a:extLst>
                    <a:ext uri="{9D8B030D-6E8A-4147-A177-3AD203B41FA5}">
                      <a16:colId xmlns:a16="http://schemas.microsoft.com/office/drawing/2014/main" val="2168744310"/>
                    </a:ext>
                  </a:extLst>
                </a:gridCol>
              </a:tblGrid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पेस्ट्री / पुडिंग</a:t>
                      </a:r>
                      <a:endParaRPr lang="en-IN" sz="28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60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44808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वालनट</a:t>
                      </a:r>
                      <a:r>
                        <a:rPr lang="en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ब्राउनइज़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40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652132"/>
                  </a:ext>
                </a:extLst>
              </a:tr>
              <a:tr h="5363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फ्रूट/चॉकलेट </a:t>
                      </a:r>
                      <a:r>
                        <a:rPr lang="hi-IN" sz="32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मफिन</a:t>
                      </a:r>
                      <a:endParaRPr lang="en-IN" sz="28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30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01828"/>
                  </a:ext>
                </a:extLst>
              </a:tr>
              <a:tr h="423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1600" b="1" i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देसी घी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en-IN" sz="1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hi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गुलाब </a:t>
                      </a:r>
                      <a:r>
                        <a:rPr lang="hi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जामुन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25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080984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रसमलाई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50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40832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रसगुल्ला</a:t>
                      </a:r>
                      <a:endParaRPr lang="en-IN" sz="28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25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03158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आलू पेटीज</a:t>
                      </a:r>
                      <a:endParaRPr lang="hi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40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000947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पनीर पेटीज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50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5746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स्वीट बन</a:t>
                      </a:r>
                      <a:endParaRPr lang="en-IN" sz="28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30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00472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ब्रेड बटर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40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26687"/>
                  </a:ext>
                </a:extLst>
              </a:tr>
              <a:tr h="423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पनीर हॉट डॉग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60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636524"/>
                  </a:ext>
                </a:extLst>
              </a:tr>
              <a:tr h="479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कल्ब</a:t>
                      </a:r>
                      <a:r>
                        <a:rPr lang="hi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 </a:t>
                      </a:r>
                      <a:r>
                        <a:rPr lang="hi-IN" sz="28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सैंडविच</a:t>
                      </a:r>
                      <a:endParaRPr lang="en-IN" sz="2400" b="1" dirty="0" smtClean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smtClean="0">
                          <a:solidFill>
                            <a:schemeClr val="tx1"/>
                          </a:solidFill>
                          <a:latin typeface="Cooper Black" panose="0208090404030B020404" pitchFamily="18" charset="0"/>
                        </a:rPr>
                        <a:t>60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oper Black" panose="0208090404030B020404" pitchFamily="18" charset="0"/>
                      </a:endParaRPr>
                    </a:p>
                  </a:txBody>
                  <a:tcPr marL="25200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201591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875813"/>
              </p:ext>
            </p:extLst>
          </p:nvPr>
        </p:nvGraphicFramePr>
        <p:xfrm>
          <a:off x="8113955" y="4480782"/>
          <a:ext cx="3952028" cy="215419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32422">
                  <a:extLst>
                    <a:ext uri="{9D8B030D-6E8A-4147-A177-3AD203B41FA5}">
                      <a16:colId xmlns:a16="http://schemas.microsoft.com/office/drawing/2014/main" val="1614953094"/>
                    </a:ext>
                  </a:extLst>
                </a:gridCol>
                <a:gridCol w="919606">
                  <a:extLst>
                    <a:ext uri="{9D8B030D-6E8A-4147-A177-3AD203B41FA5}">
                      <a16:colId xmlns:a16="http://schemas.microsoft.com/office/drawing/2014/main" val="4292288594"/>
                    </a:ext>
                  </a:extLst>
                </a:gridCol>
              </a:tblGrid>
              <a:tr h="538548">
                <a:tc>
                  <a:txBody>
                    <a:bodyPr/>
                    <a:lstStyle/>
                    <a:p>
                      <a:r>
                        <a:rPr lang="hi-IN" sz="2800" b="1" dirty="0" smtClean="0"/>
                        <a:t>लस्सी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 smtClean="0"/>
                        <a:t>50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84671"/>
                  </a:ext>
                </a:extLst>
              </a:tr>
              <a:tr h="5385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i-IN" sz="2800" b="1" dirty="0" smtClean="0"/>
                        <a:t>कोल्ड कॉफ़ी</a:t>
                      </a:r>
                      <a:r>
                        <a:rPr lang="en-IN" sz="2800" b="1" dirty="0" smtClean="0"/>
                        <a:t> 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 smtClean="0"/>
                        <a:t>70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492171"/>
                  </a:ext>
                </a:extLst>
              </a:tr>
              <a:tr h="538548">
                <a:tc>
                  <a:txBody>
                    <a:bodyPr/>
                    <a:lstStyle/>
                    <a:p>
                      <a:r>
                        <a:rPr lang="hi-IN" sz="2800" b="1" dirty="0" smtClean="0"/>
                        <a:t>ऑरेंज/ मांगो ड्रिंक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 smtClean="0"/>
                        <a:t>20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39482"/>
                  </a:ext>
                </a:extLst>
              </a:tr>
              <a:tr h="538548">
                <a:tc>
                  <a:txBody>
                    <a:bodyPr/>
                    <a:lstStyle/>
                    <a:p>
                      <a:r>
                        <a:rPr lang="hi-IN" sz="2800" b="1" dirty="0" smtClean="0"/>
                        <a:t>डेलमोंटे फ्रूट ड्रिंक </a:t>
                      </a:r>
                      <a:endParaRPr lang="en-IN" sz="28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/>
                        <a:t>MRP</a:t>
                      </a:r>
                      <a:endParaRPr lang="en-IN" sz="2000" b="1" dirty="0"/>
                    </a:p>
                  </a:txBody>
                  <a:tcPr marL="252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9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86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1322</TotalTime>
  <Words>114</Words>
  <Application>Microsoft Office PowerPoint</Application>
  <PresentationFormat>Widescreen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Cooper Black</vt:lpstr>
      <vt:lpstr>Mangal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</dc:creator>
  <cp:lastModifiedBy>Manas</cp:lastModifiedBy>
  <cp:revision>148</cp:revision>
  <dcterms:created xsi:type="dcterms:W3CDTF">2026-02-17T06:59:46Z</dcterms:created>
  <dcterms:modified xsi:type="dcterms:W3CDTF">2026-03-07T08:47:25Z</dcterms:modified>
</cp:coreProperties>
</file>